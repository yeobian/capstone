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33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Personal Wardrobe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Visual Clothing Retrieval with FashionCLIP, FAISS, and Preference-Aware Reranking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C6BE6"/>
                </a:solidFill>
                <a:latin typeface="Calibri"/>
              </a:defRPr>
            </a:pPr>
            <a:r>
              <a:t>Capstone Project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548640"/>
          </a:xfrm>
          <a:prstGeom prst="rect">
            <a:avLst/>
          </a:prstGeom>
          <a:solidFill>
            <a:srgbClr val="533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People struggle to find visually similar clothing in their wardrobe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Keyword search doesn't work for visual style matching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No easy way to say "find me something like this, but more formal"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Existing tools focus on shopping, not on understanding what you already 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548640"/>
          </a:xfrm>
          <a:prstGeom prst="rect">
            <a:avLst/>
          </a:prstGeom>
          <a:solidFill>
            <a:srgbClr val="533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A retrieval-based system that uses visual embeddings to find similar clothing,</a:t>
            </a:r>
            <a:br/>
            <a:r>
              <a:t>then reranks results based on user style preferences.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Upload a clothing image to a web app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FashionCLIP encodes the image into a 512-dimensional embedding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FAISS searches pre-computed catalog embeddings for nearest neighbors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Top-5 most similar items are returned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User selects style preferences (formal, casual, avoid hoods, etc.)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Results are reranked using text-based goal bonuses and avoid penalties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548640"/>
          </a:xfrm>
          <a:prstGeom prst="rect">
            <a:avLst/>
          </a:prstGeom>
          <a:solidFill>
            <a:srgbClr val="533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828800" cy="914400"/>
          </a:xfrm>
          <a:prstGeom prst="rect">
            <a:avLst/>
          </a:prstGeom>
          <a:solidFill>
            <a:srgbClr val="533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Upload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3108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C6BE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2926080"/>
            <a:ext cx="1828800" cy="914400"/>
          </a:xfrm>
          <a:prstGeom prst="rect">
            <a:avLst/>
          </a:prstGeom>
          <a:solidFill>
            <a:srgbClr val="3A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FashionCLIP 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3108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C6BE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2926080"/>
            <a:ext cx="1828800" cy="914400"/>
          </a:xfrm>
          <a:prstGeom prst="rect">
            <a:avLst/>
          </a:prstGeom>
          <a:solidFill>
            <a:srgbClr val="3A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FAISS Index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3108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C6BE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2926080"/>
            <a:ext cx="1828800" cy="914400"/>
          </a:xfrm>
          <a:prstGeom prst="rect">
            <a:avLst/>
          </a:prstGeom>
          <a:solidFill>
            <a:srgbClr val="3A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Preference Reranking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3108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C6BE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2926080"/>
            <a:ext cx="1828800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Results Display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Streamlit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512-dim 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Top-5 neighbors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Goal/Avoid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Baseline + Reranked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548640"/>
          </a:xfrm>
          <a:prstGeom prst="rect">
            <a:avLst/>
          </a:prstGeom>
          <a:solidFill>
            <a:srgbClr val="533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6BE6"/>
                </a:solidFill>
                <a:latin typeface="Calibri"/>
              </a:defRPr>
            </a:pPr>
            <a:r>
              <a:t>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6BE6"/>
                </a:solidFill>
                <a:latin typeface="Calibri"/>
              </a:defRPr>
            </a:pPr>
            <a:r>
              <a:t>Embedding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23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FashionCLIP (ViT-B/32 fine-tuned on fashion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6BE6"/>
                </a:solidFill>
                <a:latin typeface="Calibri"/>
              </a:defRPr>
            </a:pPr>
            <a:r>
              <a:t>Vector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FAISS (IndexFlatIP — exact inner-product search)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6BE6"/>
                </a:solidFill>
                <a:latin typeface="Calibri"/>
              </a:defRPr>
            </a:pPr>
            <a:r>
              <a:t>Preference Reranking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11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FashionCLIP text embeddings + weighted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6BE6"/>
                </a:solidFill>
                <a:latin typeface="Calibri"/>
              </a:defRPr>
            </a:pPr>
            <a:r>
              <a:t>Image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Pillow, PyTorch, torchvision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6BE6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00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DeepFashion In-Shop Clothes Retrieval (local subset)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6BE6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394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Python 3.10+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548640"/>
          </a:xfrm>
          <a:prstGeom prst="rect">
            <a:avLst/>
          </a:prstGeom>
          <a:solidFill>
            <a:srgbClr val="533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Development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Stage 1: Baseline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OpenAI CLIP embeddings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Brute-force cosine similarity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Streamlit web demo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Good on broad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9F3E"/>
                </a:solidFill>
                <a:latin typeface="Calibri"/>
              </a:defRPr>
            </a:pPr>
            <a:r>
              <a:t>Stage 2: Preference Reranking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Style/fit/avoid UI controls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Free-text preference parsing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Text-based reranking scores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Users can steer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6BE6"/>
                </a:solidFill>
                <a:latin typeface="Calibri"/>
              </a:defRPr>
            </a:pPr>
            <a:r>
              <a:t>Stage 3: FashionCLIP + FAISS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Fashion-specific embeddings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FAISS vector search index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Shared model loader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Calibri"/>
              </a:defRPr>
            </a:pPr>
            <a:r>
              <a:t>Production-grade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548640"/>
          </a:xfrm>
          <a:prstGeom prst="rect">
            <a:avLst/>
          </a:prstGeom>
          <a:solidFill>
            <a:srgbClr val="533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Preference Reranking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EC9B0"/>
                </a:solidFill>
                <a:latin typeface="Consolas"/>
              </a:defRPr>
            </a:pPr>
            <a:r>
              <a:t>final_score  =  base_score  +  0.15 × goal_bonus  −  0.15 × avoid_penalty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Base score: cosine similarity between query and result (from FAISS search)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Goal bonus: similarity between result image and goal text prompt (e.g., "a formal outfit")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Avoid penalty: similarity between result image and avoid text prompt (e.g., "a hooded garment")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Alpha = 0.15 controls how much preferences shift the ranking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Results are re-sorted by final score — order changes, not the items themselves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EC9B0"/>
                </a:solidFill>
                <a:latin typeface="Consolas"/>
              </a:defRPr>
            </a:pPr>
            <a:r>
              <a:t>streamlit run 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Upload image  →  Retrieve similar items  →  Apply preferences  →  See reranked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73152" cy="548640"/>
          </a:xfrm>
          <a:prstGeom prst="rect">
            <a:avLst/>
          </a:prstGeom>
          <a:solidFill>
            <a:srgbClr val="533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5E5E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Retrieval depends on catalog size and variety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Preferences are per-session, not persisted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Local only — no cloud deployment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May still struggle with very niche garment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Persistent feedback storage (learn from likes/dislikes)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API backend (FastAPI) for separation of concerns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Cloud deployment (Streamlit Cloud or Render)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Larger, curated catalog for better coverage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33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CC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C6BE6"/>
                </a:solidFill>
                <a:latin typeface="Consolas"/>
              </a:defRPr>
            </a:pPr>
            <a:r>
              <a:t>github.com/yeobian/Capstone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